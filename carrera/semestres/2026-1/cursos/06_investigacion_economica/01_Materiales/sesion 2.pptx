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7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3" r:id="rId10"/>
  </p:sldIdLst>
  <p:sldSz cx="9144000" cy="6858000" type="screen4x3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A610F-F7F3-4EC2-8540-E44C63077076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26299-EB9A-4BE4-824E-093F2B6D2F8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0963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26299-EB9A-4BE4-824E-093F2B6D2F8B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8952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382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772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999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4836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112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31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0340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50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18134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7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486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1A3A-EFAD-4DCA-BFCF-B84FCBA4F73B}" type="datetimeFigureOut">
              <a:rPr lang="es-PE" smtClean="0"/>
              <a:t>12/02/2026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E5113-3B2C-46E0-94AC-E33D17FBF03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9837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licia.concytec.gob.pe/vufin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72" y="159143"/>
            <a:ext cx="8901229" cy="65102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Marcador de texto"/>
          <p:cNvSpPr>
            <a:spLocks noGrp="1"/>
          </p:cNvSpPr>
          <p:nvPr>
            <p:ph type="body" idx="1"/>
          </p:nvPr>
        </p:nvSpPr>
        <p:spPr>
          <a:xfrm>
            <a:off x="611560" y="3414251"/>
            <a:ext cx="7772400" cy="2751053"/>
          </a:xfrm>
        </p:spPr>
        <p:txBody>
          <a:bodyPr>
            <a:noAutofit/>
          </a:bodyPr>
          <a:lstStyle/>
          <a:p>
            <a:pPr algn="ctr"/>
            <a:r>
              <a:rPr lang="es-PE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ESCUELA PROFESIONAL DE ECONOMIA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CURSO	: INVESTIGACION ECONOMICA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DOCENTE	: DRA PAMELA TORRES TOLEDO</a:t>
            </a:r>
          </a:p>
          <a:p>
            <a:pPr algn="just"/>
            <a:r>
              <a:rPr lang="es-PE" sz="3200" b="1" dirty="0">
                <a:solidFill>
                  <a:schemeClr val="tx1"/>
                </a:solidFill>
              </a:rPr>
              <a:t>SEMESTRE	: 2026-I</a:t>
            </a:r>
          </a:p>
        </p:txBody>
      </p:sp>
      <p:sp>
        <p:nvSpPr>
          <p:cNvPr id="6" name="AutoShape 5" descr="Resultado de imagen para UNSAA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>
          <a:xfrm>
            <a:off x="3131840" y="457386"/>
            <a:ext cx="5606396" cy="7869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sz="2800" b="1" dirty="0">
                <a:solidFill>
                  <a:schemeClr val="tx1"/>
                </a:solidFill>
              </a:rPr>
              <a:t>UNIVERSIDAD ANDINA DEL CUSCO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60" y="246497"/>
            <a:ext cx="2757003" cy="997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7247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FE440B9-EE79-FEE3-AAF1-930B13D42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ESTRUCTURA DE LA TESIS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8ED36D7-AAD0-F1A7-9B8A-61BBE44DC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dirty="0"/>
              <a:t>AQP</a:t>
            </a:r>
          </a:p>
          <a:p>
            <a:r>
              <a:rPr lang="es-PE" dirty="0"/>
              <a:t>CCA</a:t>
            </a:r>
          </a:p>
          <a:p>
            <a:r>
              <a:rPr lang="es-PE" dirty="0"/>
              <a:t>VARIABLES</a:t>
            </a:r>
          </a:p>
          <a:p>
            <a:r>
              <a:rPr lang="es-PE" dirty="0"/>
              <a:t>TITULO</a:t>
            </a:r>
          </a:p>
          <a:p>
            <a:r>
              <a:rPr lang="es-PE" dirty="0"/>
              <a:t>DISEÑO</a:t>
            </a:r>
          </a:p>
          <a:p>
            <a:r>
              <a:rPr lang="es-PE" dirty="0"/>
              <a:t>ENFOQUE</a:t>
            </a:r>
          </a:p>
          <a:p>
            <a:r>
              <a:rPr lang="es-PE" dirty="0"/>
              <a:t>MATRIZ DE CONSISTENCIA</a:t>
            </a:r>
          </a:p>
          <a:p>
            <a:r>
              <a:rPr lang="es-PE" dirty="0"/>
              <a:t>INSTRUMENTOS</a:t>
            </a:r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52645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016AF-31A1-5864-95E9-C9CCA3AC7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s-PE" dirty="0"/>
              <a:t>AQP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BA95DC-F674-1E94-AACC-5BE8AB96D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244" y="908720"/>
            <a:ext cx="8229600" cy="5256584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PE" dirty="0"/>
              <a:t>A: ADONDE, UBICATE EN UN LUGAR (DELIMITAR LO MAS QUE PUEDAS)</a:t>
            </a:r>
          </a:p>
          <a:p>
            <a:pPr algn="just"/>
            <a:r>
              <a:rPr lang="es-PE" dirty="0"/>
              <a:t>Q: CON QUIEN VAS A TRABAJAR O HACER EL ESTUDIO? PERSONAS, ANIMALES, COSAS, DOCUMENTOS</a:t>
            </a:r>
          </a:p>
          <a:p>
            <a:pPr algn="just"/>
            <a:r>
              <a:rPr lang="es-PE" dirty="0"/>
              <a:t>P: PROBLEMA (TODA INVESTIGACION PARTE DE UN PROBLEMA) EJM: LA NORMA XX TIENE PROBLEMA DE QUE TIENE VACIOS LEGALES, LA CANTIDAD QUE SE EXTRAE DE LA MINA XX NO ES EL QUE DEBERIA SALIR, EN LA EMPRESA XX NO LLEGAN A LAS METAS POR LA PRODUCTIVIDAD, EN UNA EMPRESA EL PROCESO DE VENTAS ESTA MAL, ETC. </a:t>
            </a:r>
            <a:r>
              <a:rPr lang="es-PE" dirty="0">
                <a:solidFill>
                  <a:srgbClr val="FF0000"/>
                </a:solidFill>
              </a:rPr>
              <a:t>EL PROBLEMA ES LO MAS IMPORTANTE PORQUE DE ESTE PARTE EL ESTUDIO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076862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51A90-D9C3-72C3-8978-25FF5F4D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es-PE" dirty="0"/>
              <a:t>CCA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D85E45-1D4D-D9D4-6E29-D8684AE7A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92" y="908720"/>
            <a:ext cx="8229600" cy="5832648"/>
          </a:xfrm>
        </p:spPr>
        <p:txBody>
          <a:bodyPr>
            <a:normAutofit/>
          </a:bodyPr>
          <a:lstStyle/>
          <a:p>
            <a:r>
              <a:rPr lang="es-PE" sz="2400" dirty="0"/>
              <a:t>C: CAUSAS DEL PROBLEMA</a:t>
            </a:r>
          </a:p>
          <a:p>
            <a:r>
              <a:rPr lang="es-PE" sz="2400" dirty="0"/>
              <a:t>C: CONSECUENCIAS DEL PROBLEMA</a:t>
            </a:r>
          </a:p>
          <a:p>
            <a:r>
              <a:rPr lang="es-PE" sz="2400" dirty="0"/>
              <a:t>A: APORTE QUE TU DARAS AL ESTUDIO</a:t>
            </a:r>
          </a:p>
          <a:p>
            <a:pPr marL="0" indent="0">
              <a:buNone/>
            </a:pPr>
            <a:r>
              <a:rPr lang="es-PE" sz="2400" dirty="0"/>
              <a:t>EJM: </a:t>
            </a:r>
          </a:p>
          <a:p>
            <a:pPr marL="0" indent="0">
              <a:buNone/>
            </a:pPr>
            <a:r>
              <a:rPr lang="es-PE" sz="2400" dirty="0"/>
              <a:t>AQP (EN LA EMPRESA XX LOS TRABAJADORES DEL AREA DE LOGISTICA TIENEN EL PROBLEMA DE LA MOTIVACION BAJA</a:t>
            </a:r>
          </a:p>
          <a:p>
            <a:pPr marL="0" indent="0">
              <a:buNone/>
            </a:pPr>
            <a:r>
              <a:rPr lang="es-PE" sz="2400" dirty="0"/>
              <a:t>CAUSAS: ¿Por qué estos trabajadores tienen motivación baja? Horarios, sueldo, rotación, etc.</a:t>
            </a:r>
          </a:p>
          <a:p>
            <a:pPr marL="0" indent="0">
              <a:buNone/>
            </a:pPr>
            <a:r>
              <a:rPr lang="es-PE" sz="2400" dirty="0"/>
              <a:t>CONSECUENCIAS: ¿Qué pasara si los trabajadores siguen así? La productividad baja, la rentabilidad baja, la empresa quiebra, </a:t>
            </a:r>
            <a:r>
              <a:rPr lang="es-PE" sz="2400" dirty="0" err="1"/>
              <a:t>etc</a:t>
            </a:r>
            <a:endParaRPr lang="es-PE" sz="2400" dirty="0"/>
          </a:p>
          <a:p>
            <a:pPr marL="0" indent="0">
              <a:buNone/>
            </a:pPr>
            <a:r>
              <a:rPr lang="es-PE" sz="2400" dirty="0"/>
              <a:t>APORTE QUE TU QUIERES DAR AL ESTUDIO: Sugerencias, propuesta, </a:t>
            </a:r>
            <a:r>
              <a:rPr lang="es-PE" sz="2400" dirty="0" err="1"/>
              <a:t>haras</a:t>
            </a:r>
            <a:r>
              <a:rPr lang="es-PE" sz="2400" dirty="0"/>
              <a:t> algo para solucionar el problema</a:t>
            </a:r>
          </a:p>
          <a:p>
            <a:endParaRPr lang="es-PE" sz="2400" dirty="0"/>
          </a:p>
        </p:txBody>
      </p:sp>
    </p:spTree>
    <p:extLst>
      <p:ext uri="{BB962C8B-B14F-4D97-AF65-F5344CB8AC3E}">
        <p14:creationId xmlns:p14="http://schemas.microsoft.com/office/powerpoint/2010/main" val="1538423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1BF9F-E197-2CC3-1376-AA7D10585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46050"/>
          </a:xfrm>
        </p:spPr>
        <p:txBody>
          <a:bodyPr>
            <a:normAutofit fontScale="90000"/>
          </a:bodyPr>
          <a:lstStyle/>
          <a:p>
            <a:r>
              <a:rPr lang="es-PE" dirty="0"/>
              <a:t>DISEÑO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42F691-23E3-4DDB-3375-531DFF20F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83" y="785215"/>
            <a:ext cx="8229600" cy="566812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PE" dirty="0"/>
              <a:t>Es el camino que tu eliges para hacer el estudio: Descriptivo o Experimental</a:t>
            </a:r>
          </a:p>
          <a:p>
            <a:pPr lvl="1" algn="just"/>
            <a:r>
              <a:rPr lang="es-PE" dirty="0"/>
              <a:t>Descriptivo o no experimental: describir, contar, narrar lo que pasa con las personas objeto de tu estudio respecto al problema (pero el problema no lo solucionas, pero si contribuyes a su entendimiento)</a:t>
            </a:r>
          </a:p>
          <a:p>
            <a:pPr lvl="2" algn="just"/>
            <a:r>
              <a:rPr lang="es-PE" dirty="0"/>
              <a:t>Simple: usa una sola variable</a:t>
            </a:r>
          </a:p>
          <a:p>
            <a:pPr lvl="2" algn="just"/>
            <a:r>
              <a:rPr lang="es-PE" dirty="0"/>
              <a:t>Comparativo: Compara las variables</a:t>
            </a:r>
          </a:p>
          <a:p>
            <a:pPr lvl="2" algn="just"/>
            <a:r>
              <a:rPr lang="es-PE" dirty="0"/>
              <a:t>Correlacional: Relaciona a las variables</a:t>
            </a:r>
          </a:p>
          <a:p>
            <a:pPr lvl="1" algn="just"/>
            <a:r>
              <a:rPr lang="es-PE" dirty="0"/>
              <a:t>Experimental: Vas a hacer algo que si solucione el problema como aplicar un medicamento, aplicar un método de evaluación, un método de medición, etc.</a:t>
            </a:r>
          </a:p>
          <a:p>
            <a:pPr lvl="2" algn="just"/>
            <a:r>
              <a:rPr lang="es-PE" dirty="0"/>
              <a:t>Experimental : debes de tener un PRE TEST y un POST TEST (Mides la variable) y tienes grupos de control</a:t>
            </a:r>
          </a:p>
          <a:p>
            <a:pPr lvl="2" algn="just"/>
            <a:r>
              <a:rPr lang="es-PE" dirty="0"/>
              <a:t>Pre experimental: algunas veces no hay un PRE TEST o un POST TEST porque puede ser que no haya un grupo control o grupos de estudio</a:t>
            </a:r>
          </a:p>
          <a:p>
            <a:pPr lvl="2" algn="just"/>
            <a:r>
              <a:rPr lang="es-PE" dirty="0"/>
              <a:t>Cuasi experimental: Cuanto los grupos objeto de tu estudio ya estaban formados antes de que llegues a investigarlos, </a:t>
            </a:r>
            <a:r>
              <a:rPr lang="es-PE" dirty="0" err="1"/>
              <a:t>ejm</a:t>
            </a:r>
            <a:r>
              <a:rPr lang="es-PE" dirty="0"/>
              <a:t> escolares de 5to de secundaria.</a:t>
            </a:r>
          </a:p>
          <a:p>
            <a:pPr lvl="1" algn="just"/>
            <a:endParaRPr lang="es-PE" dirty="0"/>
          </a:p>
          <a:p>
            <a:pPr lvl="1"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64694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23CF5-C5DB-C9B5-2D68-2DF073600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E42840-E7A1-F63F-A47F-0A8B4021C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268760"/>
            <a:ext cx="8229600" cy="4525963"/>
          </a:xfrm>
        </p:spPr>
        <p:txBody>
          <a:bodyPr/>
          <a:lstStyle/>
          <a:p>
            <a:r>
              <a:rPr lang="es-PE" dirty="0"/>
              <a:t>DEBE CONTENER LAS VARIABLES Y EL PERIODO DE ESTUDIO</a:t>
            </a:r>
          </a:p>
        </p:txBody>
      </p:sp>
    </p:spTree>
    <p:extLst>
      <p:ext uri="{BB962C8B-B14F-4D97-AF65-F5344CB8AC3E}">
        <p14:creationId xmlns:p14="http://schemas.microsoft.com/office/powerpoint/2010/main" val="3008824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0EAE4-BAD0-13FB-9E1B-DB0091C61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ENFOQUE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9545EC-03C1-C72A-5928-869D3DE82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CUANTITATIVO</a:t>
            </a:r>
          </a:p>
          <a:p>
            <a:r>
              <a:rPr lang="es-PE" dirty="0"/>
              <a:t>CUALITATIVO</a:t>
            </a:r>
          </a:p>
          <a:p>
            <a:r>
              <a:rPr lang="es-PE" dirty="0"/>
              <a:t>MIXTO</a:t>
            </a:r>
          </a:p>
        </p:txBody>
      </p:sp>
    </p:spTree>
    <p:extLst>
      <p:ext uri="{BB962C8B-B14F-4D97-AF65-F5344CB8AC3E}">
        <p14:creationId xmlns:p14="http://schemas.microsoft.com/office/powerpoint/2010/main" val="284906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4F655-028F-F483-3AA0-AAA6673A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INSTRUMENTOS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56F737-D4E3-85B2-1AE3-9B25C984D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SI ES CUANTITATIVO (CUESTIONARIO, ETC)</a:t>
            </a:r>
          </a:p>
          <a:p>
            <a:r>
              <a:rPr lang="es-PE" dirty="0"/>
              <a:t>SI ES CUALITATIVO (ENTREVISTA, ETC)</a:t>
            </a:r>
          </a:p>
          <a:p>
            <a:r>
              <a:rPr lang="es-PE" dirty="0"/>
              <a:t>SI ES MIXTA (AMBOS)</a:t>
            </a:r>
          </a:p>
          <a:p>
            <a:r>
              <a:rPr lang="es-PE" dirty="0"/>
              <a:t>EN CASO DE EXPERIMENTAR (SON TODAS LAS HERRAMIENTAS QUE USES PARA ELLO)</a:t>
            </a:r>
          </a:p>
        </p:txBody>
      </p:sp>
    </p:spTree>
    <p:extLst>
      <p:ext uri="{BB962C8B-B14F-4D97-AF65-F5344CB8AC3E}">
        <p14:creationId xmlns:p14="http://schemas.microsoft.com/office/powerpoint/2010/main" val="2411701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37814-9DEC-CCA1-E5E4-792516E4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PE" dirty="0"/>
              <a:t>BASES TEORICAS O MARCO TEORICO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13A96E-F6A9-F778-3A02-C8010936D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TODA LA LITERATURA QUE NECESITAS PARA TU TESIS.</a:t>
            </a:r>
          </a:p>
          <a:p>
            <a:pPr marL="0" indent="0">
              <a:buNone/>
            </a:pPr>
            <a:r>
              <a:rPr lang="es-PE" dirty="0">
                <a:hlinkClick r:id="rId2"/>
              </a:rPr>
              <a:t>https://alicia.concytec.gob.pe/vufind/</a:t>
            </a:r>
            <a:endParaRPr lang="es-PE" dirty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171493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504</Words>
  <Application>Microsoft Office PowerPoint</Application>
  <PresentationFormat>Presentación en pantalla (4:3)</PresentationFormat>
  <Paragraphs>52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Tema de Office</vt:lpstr>
      <vt:lpstr>Presentación de PowerPoint</vt:lpstr>
      <vt:lpstr>ESTRUCTURA DE LA TESIS</vt:lpstr>
      <vt:lpstr>AQP</vt:lpstr>
      <vt:lpstr>CCA</vt:lpstr>
      <vt:lpstr>DISEÑO</vt:lpstr>
      <vt:lpstr>TITULO</vt:lpstr>
      <vt:lpstr>ENFOQUE</vt:lpstr>
      <vt:lpstr>INSTRUMENTOS</vt:lpstr>
      <vt:lpstr>BASES TEORICAS O MARCO TEORICO</vt:lpstr>
    </vt:vector>
  </TitlesOfParts>
  <Company>Luffi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Luffi</dc:creator>
  <cp:lastModifiedBy>pamela torres toledo</cp:lastModifiedBy>
  <cp:revision>56</cp:revision>
  <dcterms:created xsi:type="dcterms:W3CDTF">2019-10-15T05:04:37Z</dcterms:created>
  <dcterms:modified xsi:type="dcterms:W3CDTF">2026-02-12T14:09:43Z</dcterms:modified>
</cp:coreProperties>
</file>