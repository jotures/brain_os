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7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</p:sldIdLst>
  <p:sldSz cx="9144000" cy="6858000" type="screen4x3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7A610F-F7F3-4EC2-8540-E44C63077076}" type="datetimeFigureOut">
              <a:rPr lang="es-PE" smtClean="0"/>
              <a:t>17/02/2026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26299-EB9A-4BE4-824E-093F2B6D2F8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0963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17/02/2026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03827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17/02/2026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477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17/02/2026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5999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17/02/2026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48362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17/02/2026</a:t>
            </a:fld>
            <a:endParaRPr lang="es-P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51122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17/02/2026</a:t>
            </a:fld>
            <a:endParaRPr lang="es-P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28310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17/02/2026</a:t>
            </a:fld>
            <a:endParaRPr lang="es-P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50340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17/02/2026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5045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17/02/2026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18134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17/02/2026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973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17/02/2026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44864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01A3A-EFAD-4DCA-BFCF-B84FCBA4F73B}" type="datetimeFigureOut">
              <a:rPr lang="es-PE" smtClean="0"/>
              <a:t>17/02/2026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49837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72" y="159143"/>
            <a:ext cx="8901229" cy="65102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Marcador de texto"/>
          <p:cNvSpPr>
            <a:spLocks noGrp="1"/>
          </p:cNvSpPr>
          <p:nvPr>
            <p:ph type="body" idx="1"/>
          </p:nvPr>
        </p:nvSpPr>
        <p:spPr>
          <a:xfrm>
            <a:off x="611560" y="3414251"/>
            <a:ext cx="7772400" cy="2751053"/>
          </a:xfrm>
        </p:spPr>
        <p:txBody>
          <a:bodyPr>
            <a:noAutofit/>
          </a:bodyPr>
          <a:lstStyle/>
          <a:p>
            <a:pPr algn="ctr"/>
            <a:r>
              <a:rPr lang="es-PE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ESCUELA PROFESIONAL DE ECONOMIA</a:t>
            </a:r>
          </a:p>
          <a:p>
            <a:pPr algn="just"/>
            <a:r>
              <a:rPr lang="es-PE" sz="3200" b="1" dirty="0">
                <a:solidFill>
                  <a:schemeClr val="tx1"/>
                </a:solidFill>
              </a:rPr>
              <a:t>CURSO	: INVESTIGACION ECONOMICA</a:t>
            </a:r>
          </a:p>
          <a:p>
            <a:pPr algn="just"/>
            <a:r>
              <a:rPr lang="es-PE" sz="3200" b="1" dirty="0">
                <a:solidFill>
                  <a:schemeClr val="tx1"/>
                </a:solidFill>
              </a:rPr>
              <a:t>DOCENTE	: DRA PAMELA TORRES TOLEDO</a:t>
            </a:r>
          </a:p>
          <a:p>
            <a:pPr algn="just"/>
            <a:r>
              <a:rPr lang="es-PE" sz="3200" b="1" dirty="0">
                <a:solidFill>
                  <a:schemeClr val="tx1"/>
                </a:solidFill>
              </a:rPr>
              <a:t>SEMESTRE	: 2026-I</a:t>
            </a:r>
          </a:p>
        </p:txBody>
      </p:sp>
      <p:sp>
        <p:nvSpPr>
          <p:cNvPr id="6" name="AutoShape 5" descr="Resultado de imagen para UNSAA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7" name="6 Rectángulo"/>
          <p:cNvSpPr/>
          <p:nvPr/>
        </p:nvSpPr>
        <p:spPr>
          <a:xfrm>
            <a:off x="3131840" y="457386"/>
            <a:ext cx="5606396" cy="7869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2800" b="1" dirty="0">
                <a:solidFill>
                  <a:schemeClr val="tx1"/>
                </a:solidFill>
              </a:rPr>
              <a:t>UNIVERSIDAD ANDINA DEL CUSCO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60" y="246497"/>
            <a:ext cx="2757003" cy="997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2478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FE440B9-EE79-FEE3-AAF1-930B13D42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PROBLEMAS ECONOMICOS REALES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8ED36D7-AAD0-F1A7-9B8A-61BBE44DC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/>
              <a:t>Para identificar problemas económicos utilizando diferentes enfoques de investigación, es fundamental comprender la naturaleza del problema y el tipo de datos que se necesitan para abordarlo. Aquí te explico cómo cada enfoque (cuantitativo, cualitativo y mixto) puede aplicarse a la identificación de problemas económicos: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152645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A530AC-CB00-C406-3C33-A4DA69688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b="1" dirty="0"/>
              <a:t>1. Investigación Cuantitativa</a:t>
            </a:r>
          </a:p>
          <a:p>
            <a:pPr algn="just"/>
            <a:r>
              <a:rPr lang="es-ES" dirty="0"/>
              <a:t>Se basa en datos numéricos y análisis estadísticos para identificar patrones, relaciones y tendencias en la economía.</a:t>
            </a:r>
          </a:p>
          <a:p>
            <a:pPr marL="0" indent="0" algn="just">
              <a:buNone/>
            </a:pPr>
            <a:r>
              <a:rPr lang="es-ES" b="1" dirty="0"/>
              <a:t>Características:</a:t>
            </a:r>
          </a:p>
          <a:p>
            <a:pPr algn="just"/>
            <a:r>
              <a:rPr lang="es-ES" dirty="0"/>
              <a:t>Utiliza datos medibles (PIB, tasas de desempleo, inflación, etc.).</a:t>
            </a:r>
          </a:p>
          <a:p>
            <a:pPr algn="just"/>
            <a:r>
              <a:rPr lang="es-ES" dirty="0"/>
              <a:t>Aplica métodos estadísticos y econométricos.</a:t>
            </a:r>
          </a:p>
          <a:p>
            <a:pPr algn="just"/>
            <a:r>
              <a:rPr lang="es-ES" dirty="0"/>
              <a:t>Busca generalizar resultados a partir de muestras representativas.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727913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9A2DD6-4B2A-1194-31A1-7E35D2C12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s-ES" b="1" dirty="0"/>
              <a:t>Ejemplos de problemas económicos identificables:</a:t>
            </a:r>
          </a:p>
          <a:p>
            <a:pPr algn="just"/>
            <a:r>
              <a:rPr lang="es-ES" b="1" dirty="0"/>
              <a:t>Crecimiento económico:</a:t>
            </a:r>
            <a:r>
              <a:rPr lang="es-ES" dirty="0"/>
              <a:t> Analizar series de tiempo del PIB para identificar períodos de recesión o expansión.</a:t>
            </a:r>
          </a:p>
          <a:p>
            <a:pPr algn="just"/>
            <a:r>
              <a:rPr lang="es-ES" b="1" dirty="0"/>
              <a:t>Desempleo:</a:t>
            </a:r>
            <a:r>
              <a:rPr lang="es-ES" dirty="0"/>
              <a:t> Estudiar correlaciones entre tasas de desempleo y variables como educación, género o región.</a:t>
            </a:r>
          </a:p>
          <a:p>
            <a:pPr algn="just"/>
            <a:r>
              <a:rPr lang="es-ES" b="1" dirty="0"/>
              <a:t>Inflación:</a:t>
            </a:r>
            <a:r>
              <a:rPr lang="es-ES" dirty="0"/>
              <a:t> Modelar la relación entre la oferta monetaria y los precios.</a:t>
            </a:r>
          </a:p>
          <a:p>
            <a:pPr algn="just"/>
            <a:r>
              <a:rPr lang="es-ES" b="1" dirty="0"/>
              <a:t>Pobreza:</a:t>
            </a:r>
            <a:r>
              <a:rPr lang="es-ES" dirty="0"/>
              <a:t> Medir la incidencia de la pobreza mediante encuestas de hogares y datos de ingresos.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21719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B2561F-3F61-DF04-0DCF-2B59D1EC9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PE" b="1" dirty="0"/>
              <a:t>Métodos comunes:</a:t>
            </a:r>
          </a:p>
          <a:p>
            <a:r>
              <a:rPr lang="es-PE" dirty="0"/>
              <a:t>Encuestas estructuradas.</a:t>
            </a:r>
          </a:p>
          <a:p>
            <a:r>
              <a:rPr lang="es-PE" dirty="0"/>
              <a:t>Análisis de regresión.</a:t>
            </a:r>
          </a:p>
          <a:p>
            <a:r>
              <a:rPr lang="es-PE" dirty="0"/>
              <a:t>Modelos econométricos.</a:t>
            </a:r>
          </a:p>
          <a:p>
            <a:r>
              <a:rPr lang="es-PE" dirty="0"/>
              <a:t>Experimentos controlados.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597305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79F47D-A2DE-3C00-39FF-81C7ED114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s-ES" b="1" dirty="0"/>
              <a:t>2. Investigación Cualitativa</a:t>
            </a:r>
          </a:p>
          <a:p>
            <a:pPr algn="just"/>
            <a:r>
              <a:rPr lang="es-ES" dirty="0"/>
              <a:t>Se enfoca en comprender fenómenos económicos desde una perspectiva subjetiva, explorando significados, experiencias y contextos.</a:t>
            </a:r>
          </a:p>
          <a:p>
            <a:pPr marL="0" indent="0" algn="just">
              <a:buNone/>
            </a:pPr>
            <a:r>
              <a:rPr lang="es-ES" b="1" dirty="0"/>
              <a:t>Características:</a:t>
            </a:r>
          </a:p>
          <a:p>
            <a:pPr algn="just"/>
            <a:r>
              <a:rPr lang="es-ES" dirty="0"/>
              <a:t>Utiliza datos no numéricos (entrevistas, observaciones, documentos).</a:t>
            </a:r>
          </a:p>
          <a:p>
            <a:pPr algn="just"/>
            <a:r>
              <a:rPr lang="es-ES" dirty="0"/>
              <a:t>Busca profundizar en las causas y motivaciones detrás de los comportamientos económicos.</a:t>
            </a:r>
          </a:p>
          <a:p>
            <a:pPr algn="just"/>
            <a:r>
              <a:rPr lang="es-ES" dirty="0"/>
              <a:t>Es útil para explorar problemas complejos o poco estudiados.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3053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081794-6752-A3FE-0535-4655891D7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ES" b="1" dirty="0"/>
              <a:t>Ejemplos de problemas económicos identificables:</a:t>
            </a:r>
          </a:p>
          <a:p>
            <a:pPr algn="just"/>
            <a:r>
              <a:rPr lang="es-ES" b="1" dirty="0"/>
              <a:t>Comportamiento del consumidor:</a:t>
            </a:r>
            <a:r>
              <a:rPr lang="es-ES" dirty="0"/>
              <a:t> Entender por qué ciertos grupos prefieren productos locales frente a importados.</a:t>
            </a:r>
          </a:p>
          <a:p>
            <a:pPr algn="just"/>
            <a:r>
              <a:rPr lang="es-ES" b="1" dirty="0"/>
              <a:t>Economía informal:</a:t>
            </a:r>
            <a:r>
              <a:rPr lang="es-ES" dirty="0"/>
              <a:t> Explorar las razones por las cuales las personas optan por trabajos no regulados.</a:t>
            </a:r>
          </a:p>
          <a:p>
            <a:pPr algn="just"/>
            <a:r>
              <a:rPr lang="es-ES" b="1" dirty="0"/>
              <a:t>Impacto de políticas públicas:</a:t>
            </a:r>
            <a:r>
              <a:rPr lang="es-ES" dirty="0"/>
              <a:t> Analizar cómo una comunidad percibe los efectos de un programa de subsidios.</a:t>
            </a:r>
          </a:p>
          <a:p>
            <a:pPr algn="just"/>
            <a:r>
              <a:rPr lang="es-ES" b="1" dirty="0"/>
              <a:t>Cultura financiera:</a:t>
            </a:r>
            <a:r>
              <a:rPr lang="es-ES" dirty="0"/>
              <a:t> Investigar las actitudes hacia el ahorro y la inversión en diferentes grupos sociales.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43685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7BE3A3-F6CF-6129-098B-B31DF131F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620688"/>
            <a:ext cx="8229600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es-PE" b="1" dirty="0"/>
              <a:t>Métodos comunes:</a:t>
            </a:r>
          </a:p>
          <a:p>
            <a:pPr algn="just"/>
            <a:r>
              <a:rPr lang="es-PE" dirty="0"/>
              <a:t>Entrevistas en profundidad.</a:t>
            </a:r>
          </a:p>
          <a:p>
            <a:pPr algn="just"/>
            <a:r>
              <a:rPr lang="es-PE" dirty="0"/>
              <a:t>Grupos focales.</a:t>
            </a:r>
          </a:p>
          <a:p>
            <a:pPr algn="just"/>
            <a:r>
              <a:rPr lang="es-PE" dirty="0"/>
              <a:t>Análisis de contenido (de documentos, discursos, etc.).</a:t>
            </a:r>
          </a:p>
          <a:p>
            <a:pPr algn="just"/>
            <a:r>
              <a:rPr lang="es-PE" dirty="0"/>
              <a:t>Etnografía.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28499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80A451-3F98-04E4-77D9-548BFBC20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ES" b="1" dirty="0"/>
              <a:t>3. Investigación Mixta</a:t>
            </a:r>
          </a:p>
          <a:p>
            <a:pPr algn="just"/>
            <a:r>
              <a:rPr lang="es-ES" dirty="0"/>
              <a:t>Combina enfoques cuantitativos y cualitativos para obtener una visión más completa de los problemas económicos.</a:t>
            </a:r>
          </a:p>
          <a:p>
            <a:pPr marL="0" indent="0" algn="just">
              <a:buNone/>
            </a:pPr>
            <a:r>
              <a:rPr lang="es-ES" b="1" dirty="0"/>
              <a:t>Características:</a:t>
            </a:r>
          </a:p>
          <a:p>
            <a:pPr algn="just"/>
            <a:r>
              <a:rPr lang="es-ES" dirty="0"/>
              <a:t>Integra datos numéricos y narrativos.</a:t>
            </a:r>
          </a:p>
          <a:p>
            <a:pPr algn="just"/>
            <a:r>
              <a:rPr lang="es-ES" dirty="0"/>
              <a:t>Permite triangular información para validar hallazgos.</a:t>
            </a:r>
          </a:p>
          <a:p>
            <a:pPr algn="just"/>
            <a:r>
              <a:rPr lang="es-ES" dirty="0"/>
              <a:t>Es útil cuando un solo enfoque no es suficiente para abordar la complejidad del problema.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37770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9659BF-6918-67BD-5906-5A46D0908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s-ES" b="1" dirty="0"/>
              <a:t>Ejemplos de problemas económicos identificables:</a:t>
            </a:r>
          </a:p>
          <a:p>
            <a:pPr algn="just"/>
            <a:r>
              <a:rPr lang="es-ES" b="1" dirty="0"/>
              <a:t>Desigualdad económica:</a:t>
            </a:r>
            <a:endParaRPr lang="es-ES" dirty="0"/>
          </a:p>
          <a:p>
            <a:pPr lvl="1" algn="just"/>
            <a:r>
              <a:rPr lang="es-ES" b="1" dirty="0"/>
              <a:t>Cuantitativo:</a:t>
            </a:r>
            <a:r>
              <a:rPr lang="es-ES" dirty="0"/>
              <a:t> Medir la brecha de ingresos mediante el coeficiente de Gini.</a:t>
            </a:r>
          </a:p>
          <a:p>
            <a:pPr lvl="1" algn="just"/>
            <a:r>
              <a:rPr lang="es-ES" b="1" dirty="0"/>
              <a:t>Cualitativo:</a:t>
            </a:r>
            <a:r>
              <a:rPr lang="es-ES" dirty="0"/>
              <a:t> Entrevistar a personas en diferentes estratos sociales para entender cómo experimentan la desigualdad.</a:t>
            </a:r>
          </a:p>
          <a:p>
            <a:pPr algn="just"/>
            <a:r>
              <a:rPr lang="es-ES" b="1" dirty="0"/>
              <a:t>Emprendimiento:</a:t>
            </a:r>
            <a:endParaRPr lang="es-ES" dirty="0"/>
          </a:p>
          <a:p>
            <a:pPr lvl="1" algn="just"/>
            <a:r>
              <a:rPr lang="es-ES" b="1" dirty="0"/>
              <a:t>Cuantitativo:</a:t>
            </a:r>
            <a:r>
              <a:rPr lang="es-ES" dirty="0"/>
              <a:t> Encuestar a emprendedores sobre sus ingresos y financiamiento.</a:t>
            </a:r>
          </a:p>
          <a:p>
            <a:pPr lvl="1" algn="just"/>
            <a:r>
              <a:rPr lang="es-ES" b="1" dirty="0"/>
              <a:t>Cualitativo:</a:t>
            </a:r>
            <a:r>
              <a:rPr lang="es-ES" dirty="0"/>
              <a:t> Realizar entrevistas para explorar los desafíos y motivaciones detrás de sus negocios.</a:t>
            </a:r>
          </a:p>
          <a:p>
            <a:pPr algn="just"/>
            <a:r>
              <a:rPr lang="es-ES" b="1" dirty="0"/>
              <a:t>Crisis económicas:</a:t>
            </a:r>
            <a:endParaRPr lang="es-ES" dirty="0"/>
          </a:p>
          <a:p>
            <a:pPr lvl="1" algn="just"/>
            <a:r>
              <a:rPr lang="es-ES" b="1" dirty="0"/>
              <a:t>Cuantitativo:</a:t>
            </a:r>
            <a:r>
              <a:rPr lang="es-ES" dirty="0"/>
              <a:t> Analizar indicadores macroeconómicos antes y después de una crisis.</a:t>
            </a:r>
          </a:p>
          <a:p>
            <a:pPr lvl="1" algn="just"/>
            <a:r>
              <a:rPr lang="es-ES" b="1" dirty="0"/>
              <a:t>Cualitativo:</a:t>
            </a:r>
            <a:r>
              <a:rPr lang="es-ES" dirty="0"/>
              <a:t> Estudiar narrativas de medios de comunicación y testimonios de afectados.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15032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6C6D32-86EF-50FB-5579-35C9982A7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es-ES" b="1" dirty="0"/>
              <a:t>Métodos comunes:</a:t>
            </a:r>
          </a:p>
          <a:p>
            <a:pPr algn="just"/>
            <a:r>
              <a:rPr lang="es-ES" dirty="0"/>
              <a:t>Encuestas con preguntas abiertas y cerradas.</a:t>
            </a:r>
          </a:p>
          <a:p>
            <a:pPr algn="just"/>
            <a:r>
              <a:rPr lang="es-ES" dirty="0"/>
              <a:t>Estudios de caso que incluyan datos estadísticos y entrevistas.</a:t>
            </a:r>
          </a:p>
          <a:p>
            <a:pPr algn="just"/>
            <a:r>
              <a:rPr lang="es-ES" dirty="0"/>
              <a:t>Análisis de datos secundarios complementado con trabajo de campo.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5322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F8D84D-8645-6F2F-12D6-C7F21B928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s-PE" dirty="0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9E55CC-E1E9-DB6D-5341-1438ACDB2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01788"/>
            <a:ext cx="8229600" cy="4525963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s-ES" b="1" dirty="0"/>
              <a:t>Usa investigación cuantitativa</a:t>
            </a:r>
            <a:r>
              <a:rPr lang="es-ES" dirty="0"/>
              <a:t> si necesitas medir la magnitud de un problema, establecer relaciones causales o generalizar resultados.</a:t>
            </a:r>
          </a:p>
          <a:p>
            <a:pPr algn="just"/>
            <a:r>
              <a:rPr lang="es-ES" b="1" dirty="0"/>
              <a:t>Usa investigación cualitativa</a:t>
            </a:r>
            <a:r>
              <a:rPr lang="es-ES" dirty="0"/>
              <a:t> si buscas comprender el contexto, las percepciones o las motivaciones detrás de un fenómeno económico.</a:t>
            </a:r>
          </a:p>
          <a:p>
            <a:pPr algn="just"/>
            <a:r>
              <a:rPr lang="es-ES" b="1" dirty="0"/>
              <a:t>Usa investigación mixta</a:t>
            </a:r>
            <a:r>
              <a:rPr lang="es-ES" dirty="0"/>
              <a:t> si el problema es complejo y requiere tanto medición como comprensión profunda.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dirty="0"/>
              <a:t>En resumen, la elección del enfoque depende de la naturaleza del problema económico, los recursos disponibles y los objetivos de la investigación. Combinar métodos puede ofrecer una visión más rica y matizada.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053625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1126</TotalTime>
  <Words>639</Words>
  <Application>Microsoft Office PowerPoint</Application>
  <PresentationFormat>Presentación en pantalla (4:3)</PresentationFormat>
  <Paragraphs>65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Tema de Office</vt:lpstr>
      <vt:lpstr>Presentación de PowerPoint</vt:lpstr>
      <vt:lpstr>PROBLEMAS ECONOMICOS REALES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Conclusiones</vt:lpstr>
    </vt:vector>
  </TitlesOfParts>
  <Company>Luffi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Luffi</dc:creator>
  <cp:lastModifiedBy>pamela torres toledo</cp:lastModifiedBy>
  <cp:revision>56</cp:revision>
  <dcterms:created xsi:type="dcterms:W3CDTF">2019-10-15T05:04:37Z</dcterms:created>
  <dcterms:modified xsi:type="dcterms:W3CDTF">2026-02-17T14:52:59Z</dcterms:modified>
</cp:coreProperties>
</file>